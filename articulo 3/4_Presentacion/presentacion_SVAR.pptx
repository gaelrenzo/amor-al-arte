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Impacto de los choques macroeconómicos sobre la</a:t>
            </a:r>
            <a:br/>
            <a:r>
              <a:t>actividad económica peruana: Un análisis SVAR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C040"/>
                </a:solidFill>
                <a:latin typeface="Calibri"/>
              </a:defRPr>
            </a:pPr>
            <a:r>
              <a:t>con datos sintéticos (2015-2024)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8F0"/>
                </a:solidFill>
                <a:latin typeface="Calibri"/>
              </a:defRPr>
            </a:pPr>
            <a:r>
              <a:t>Curso: Econometría III  |  Facultad de Ingeniería Económica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8F0"/>
                </a:solidFill>
                <a:latin typeface="Calibri"/>
              </a:defRPr>
            </a:pPr>
            <a:r>
              <a:t>Universidad Nacional del Altiplano - Puno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Contenido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Estructura de la Presentación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1. Introducción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2. Marco Teórico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3. Materiales y Métodos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4. Resultados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5. Discusión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6. Conclusiones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7. Referencias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Introducción: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Contexto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Importancia del análisis de choques macroeconómicos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en economías emergentes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Desafíos de la macroeconomía moderna: identificar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y cuantificar mecanismos de transmisión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Relevancia para el diseño de políticas económicas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en Perú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Referencia: Sims (1980), Blanchard &amp; Perotti (2002)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Problema y Brecha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Problema y Brecha de Investigación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Problema: Necesidad de comprender los mecanismos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de transmisión de choques macroeconómicos en Perú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Brecha: Escasez de estudios integrales SVAR con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múltiples variables para la economía peruana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reciente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Vacío en la literatura peruana sobre identificación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simultánea de choques de oferta, demanda,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política monetaria, fiscal y tipo de cambio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Objetivos e Hipótesis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Objetivos e Hipótesis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General: Analizar el impacto de choques macro-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económicos sobre el PIB peruano mediante SVAR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Específicos: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Estimar funciones impulso-respuesta (IRF)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Descomposición de varianza (FEVD)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Descomposición histórica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Hipótesis: Los choques fiscales y monetarios son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las principales fuentes de fluctuación del PIB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Marco Teórico: Keynesiano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Marco Keynesiano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Demanda agregada y multiplicador fiscal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Keynes (1936), Blanchard (2017)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Política fiscal efectiva en el corto plazo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Rigideces nominales y capacidad ociosa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Efecto multiplicador del gasto público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Mankiw (2020): Nueva síntesis neokeynesiana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Marco Teórico: Monetarista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Marco Monetarista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Friedman (1968): Rol de la oferta monetaria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La inflación es siempre un fenómeno monetario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Mecanismos de transmisión monetaria: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Canal de tasa de interés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Canal de crédito bancario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Canal de tipo de cambio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Taylor (1995), Bernanke &amp; Blinder (1992)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Marco Teórico: SVAR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Modelo SVAR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VAR reducido vs VAR estructural: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Reducido: y_t = c + A_1 y_{t-1} + ... + e_t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Estructural: B_0 y_t = c* + B_1 y_{t-1} + ... + u_t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Identificación de choques estructurales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Descomposición de Cholesky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Restricciones de exclusión contemporánea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Sims (1980), Kilian &amp; Lütkepohl (2017)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Materiales: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Datos del Estudio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Período: 2015-2024 (120 observaciones mensuales)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Variables: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PIB: Producto Bruto Interno (índice)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INFL: Tasa de inflación (%)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TC: Tipo de cambio nominal (S/./USD)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TI: Tasa de interés de referencia (%)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M2: Oferta monetaria (log)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G: Gasto público (índice)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Fuente: Datos sintéticos generados (fines académicos)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Estrategia Econométrica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Estrategia Econométrica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1. Pruebas de estacionariedad (ADF, PP, KPSS)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2. Selección de rezagos (AIC, BIC, HQIC, FPE)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3. Estimación del VAR reducido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4. Verificación de estabilidad (raíces inversas)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5. Identificación SVAR (Cholesky)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6. Funciones Impulso-Respuesta (IRF)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7. Descomposición de Varianza (FEVD)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8. Descomposición Histórica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Identificación SVAR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Identificación SVAR - Orden de Cholesky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De más exógena a más endógena: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1. Gasto Gobierno (no responde contemporáneamente)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2. Oferta Monetaria (M2)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3. PIB (Producto Bruto Interno)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4. Inflación (Índice de Precios)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5. Tipo de Cambio (TC nominal)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6. Tasa de Interés (responde a todas las variables)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Justificación: Basado en Christiano et al. (1999) y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la teoría de transmisión macroeconómica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Descriptivos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Estadísticas Descriptivas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PIB promedio: 102.47 (σ = 2.85)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Inflación promedio: 3.52% (σ = 0.98%)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Tipo de cambio promedio: 3.82 S/./USD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Tasa de interés promedio: 5.12%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Correlación destacada: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TI vs PIB: -0.42 (contracíclica)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INFL vs TI: 0.56 (política monetaria)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GPUB vs PIB: 0.35 (procíclica)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Estacionariedad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Pruebas de Estacionariedad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Resultados ADF: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PIB, TC, GPUB: No estacionarios en niveles → I(1)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INFL, TI: Estacionarios en niveles → I(0)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Todas las variables son estacionarias en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primera diferencia al 5% de significancia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Consistente con Nelson &amp; Plosser (1982)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VAR estimado con variables estacionarias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Rezagos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Selección de Rezagos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Criterio  | Rezago óptimo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AIC       | VAR(4)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BIC       | VAR(2)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HQIC      | VAR(2)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FPE       | VAR(4)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Se selecciona VAR(4) para eliminar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autocorrelación residual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Consistente con Lütkepohl (2005)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Estabilidad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Estabilidad del VAR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Todas las raíces inversas dentro del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círculo unitario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Módulo máximo: 0.89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Conclusión: El modelo VAR es estable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Las funciones IRF y FEVD son válidas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No hay problemas de raíces unitarias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en el modelo estimado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IRF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Funciones Impulso-Respuesta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Shock de gasto público → PIB: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+0.45% inmediato, máximo +0.72% en t+3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Shock de tasa de interés → PIB: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-0.38% máximo en t+4 a t+6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Shock de oferta monetaria → PIB: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efecto positivo moderado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Convergencia gradual (~18 meses)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Todos los signos consistentes con teoría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FEVD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FEVD - Descomposición de Varianza del PIB (12 meses)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Variable        | Contribución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Gasto Público   | 28.5%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Oferta Monetaria| 16.3%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Inflación       | 12.1%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Tasa de Interés | 9.8%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Tipo de Cambio  | 7.2%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Propio PIB      | 26.1%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La política fiscal explica la mayor parte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Resultados: Descomp. Histórica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Descomposición Histórica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Choques de gasto público: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contribución positiva en 2021-2022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(reactivación post-pandemia)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Choques contractivos de tasa de interés: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efecto negativo en 2023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(política monetaria restrictiva)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Coherente con el contexto macroeconómico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peruano reciente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Discusión: Hallazgos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Principales Hallazgos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Consistente con: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Blanchard &amp; Perotti (2002)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Auerbach &amp; Gorodnichenko (2012)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Multiplicadores fiscales significativos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en el corto plazo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Efectos contractivos de política monetaria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confirmados empíricamente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Christiano, Eichenbaum &amp; Evans (1999)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Bernanke &amp; Blinder (1992)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Discusión: Implicancias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Implicancias de Política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Política fiscal: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Instrumento efectivo para estabilización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 macroeconómica de corto plazo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Política monetaria: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Efectiva para control inflacionario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Impacto contractivo sobre el PIB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Coordinación fiscal-monetaria: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Fundamental para maximizar efectividad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Limitaciones: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Datos sintéticos (no reales)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– Identificación recursiva (Cholesky)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Conclusiones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1. Choques fiscales y monetarios explican ≈45%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de la variabilidad del PIB peruano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2. Las IRF confirman los mecanismos de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transmisión teóricos esperados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3. Política fiscal: efectos más persistentes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sobre el producto (≈18 meses)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4. Política monetaria: efectos transitorios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pero significativos (≈4-6 trimestres)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5. La coordinación de políticas es crucial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 para la estabilidad macroeconómica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Recomendaciones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Recomendaciones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Investigaciones futuras con datos reales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del BCRP, INEI y MEF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Modelos SVAR con parámetros variables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en el tiempo (Primiceri, 2005)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Identificación con restricciones de signo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(Uhlig, 2005)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Incorporar el sector externo y términos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de intercambio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Modelos FAVAR con información de panel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  <a:r>
              <a:t>Referencias Clave</a:t>
            </a:r>
          </a:p>
          <a:p>
            <a:pPr>
              <a:spcAft>
                <a:spcPts val="400"/>
              </a:spcAft>
              <a:defRPr sz="1800" b="1">
                <a:solidFill>
                  <a:srgbClr val="E0E8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Blanchard &amp; Perotti (2002). QJE.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Christiano, Eichenbaum &amp; Evans (1999).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  Handbook of Macroeconomics.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Kilian &amp; Lütkepohl (2017). Cambridge UP.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Sims (1980). Econometrica.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Primiceri (2005). Review of Economic Studies.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Uhlig (2005). Journal of Monetary Economics.</a:t>
            </a:r>
          </a:p>
          <a:p>
            <a:pPr>
              <a:spcAft>
                <a:spcPts val="400"/>
              </a:spcAft>
              <a:defRPr sz="1600">
                <a:solidFill>
                  <a:srgbClr val="E0E8F0"/>
                </a:solidFill>
                <a:latin typeface="Calibri"/>
              </a:defRPr>
            </a:pPr>
            <a:r>
              <a:t>• Bernanke &amp; Blinder (1992). AER.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C040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Código: Google Colab  |  Base de datos: Excel sintético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